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2527-4DCB-0A8C-CDED-895DB491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4BB193-C2ED-DB69-C9DF-75EAF014D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6FBAF-F610-C7F8-DEB8-183315A6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7B4E4-6DC7-6098-15EF-384FE157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5458C-042F-C448-59F4-D99FA051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51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F1022-4E12-9D18-A354-2D00B6AB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25B58-6573-A482-1CC1-8FCC26131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E8209-342A-E69C-A788-684F5245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92EF5-4730-C97D-8049-D06E1AC1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E13F9-DC5C-06B9-0AB2-BF165815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0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4D92-1CE0-3EFE-30DF-89337A17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97FEE-6B88-D221-A68C-699CD0474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F1D45-3566-D373-E774-39EB13987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6D36B-D28E-A2C6-8934-C637F440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5B518-FED1-BB16-FA1A-EAED601F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89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10CA-901D-7F3C-A8E3-CD26C56F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B8553-02B9-4B82-DBC6-537A2F1FA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B429F-65A5-ACB4-810C-54C9EC268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DFCC2-82C7-411B-7550-4F03FF669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D04BC-5B8C-BC29-E531-76711C60C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A15ED-7DAC-A3BE-B9B0-83B548A1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56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79975-D0BE-6051-0FEB-B75D6A1DE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D0527-CD0C-9916-B279-40F90F5E7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C2915-BC59-E340-5955-9D5610C37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597BD-111F-2A21-B3FC-81D6865C5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0EE4B-C2B4-248B-CFBC-77D04F9A9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D2C5AA-1DED-D53B-8013-9D9FCA118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032C1C-52D0-5EC2-03E1-4078897A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10FC17-E214-415A-4B77-1EBBDC4D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29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79A56-0770-7916-1C20-6A72D228B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ADEB2-E96D-2152-D0BB-5145B9D5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6CA4D-F4E5-B403-92A4-E3116AAD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44E63-3E82-A8BE-2F45-ECD63B4D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4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6F3B2-F368-4ADD-E8D6-5BB29A65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94397-C532-95E8-4987-16EA3DBD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4ED10-10DC-B326-FB90-C41DE542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77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2B4B0-EFCB-E669-A02F-C905F3A85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DF62-7B17-1A6D-16AA-942A98A1A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9674E-F981-9077-BF9F-8A4415EB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9414B-6788-2C44-20CA-3778C1A4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7A3E8-D57A-AF0E-84FC-3CB0E6D9A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D894F-330F-406F-34AC-4F95CD94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24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A66A-7BD3-AEAF-2AB6-A666BFB1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0F7435-B11A-F7B7-5C45-765CD1883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2F6D1-196F-E21E-7D1C-C00C32C4C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74245-3330-3E46-49C8-06C43ED54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6C954-337E-7E37-06CF-235D0036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D454E-B249-E9C7-A93F-FFAD1B02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3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C0E0-44A1-3928-4BCE-99B1A3C0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050C1-7369-B587-AF68-814480317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A663F-4321-B33C-0D9A-DB848A8B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73493-4558-A560-7CCC-B654EDB0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7389D-4138-08B1-04A2-E6FEEF3E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9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EAD7C6-53CC-172C-69A8-45ABE3865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8D45C-C467-801A-87E1-2588F7BA4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108A-AD13-195E-971B-DF538C88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CF36D-28B5-44ED-6ABA-F6424495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3206D-F526-F6DB-C4A4-3F17E4589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6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57C4E7-7A8E-2CAF-3DE0-21B96A83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EE059-ABF8-13F5-066A-739EF1932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4A4F1-F599-92A9-BE5E-F30D55E9D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32174-7A70-4642-AA10-61B5012C231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4600-9907-BC0A-F660-6735DB8F7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9E542-5F46-5A13-6745-2FF4630D0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3B268-7DF4-4CFD-BDF7-D0689680B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77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CAA112-0548-6432-4CB2-D2301D6EF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" y="788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88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0E4E4D-C057-AA63-19FD-25238C78C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8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E1C9B6-9393-4753-B69C-1800132BF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0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90F6-A3D3-7F6C-F63B-AE742AFD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16A799-B0D1-CC21-1128-F7029672D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79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FC7D-6ECA-048A-766E-A8AC3557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BB5443-7EFF-65D9-CB80-0B4F9E8F7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34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8105-A6A3-DF39-A090-C14AA8C6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348608-1452-A2D2-9BF0-1497C7746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4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AMEEN NOUR MOHAMMAD ALOMARY</dc:creator>
  <cp:lastModifiedBy>AMEEN NOUR MOHAMMAD ALOMARY</cp:lastModifiedBy>
  <cp:revision>1</cp:revision>
  <dcterms:created xsi:type="dcterms:W3CDTF">2026-01-03T19:54:05Z</dcterms:created>
  <dcterms:modified xsi:type="dcterms:W3CDTF">2026-01-03T19:56:22Z</dcterms:modified>
</cp:coreProperties>
</file>